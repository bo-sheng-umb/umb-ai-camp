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35.xml" ContentType="application/vnd.openxmlformats-officedocument.presentationml.notesSlide+xml"/>
  <Override PartName="/ppt/charts/chart7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8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93" r:id="rId5"/>
    <p:sldId id="259" r:id="rId6"/>
    <p:sldId id="260" r:id="rId7"/>
    <p:sldId id="261" r:id="rId8"/>
    <p:sldId id="262" r:id="rId9"/>
    <p:sldId id="294" r:id="rId10"/>
    <p:sldId id="311" r:id="rId11"/>
    <p:sldId id="312" r:id="rId12"/>
    <p:sldId id="263" r:id="rId13"/>
    <p:sldId id="264" r:id="rId14"/>
    <p:sldId id="265" r:id="rId15"/>
    <p:sldId id="266" r:id="rId16"/>
    <p:sldId id="267" r:id="rId17"/>
    <p:sldId id="268" r:id="rId18"/>
    <p:sldId id="295" r:id="rId19"/>
    <p:sldId id="269" r:id="rId20"/>
    <p:sldId id="270" r:id="rId21"/>
    <p:sldId id="271" r:id="rId22"/>
    <p:sldId id="272" r:id="rId23"/>
    <p:sldId id="273" r:id="rId24"/>
    <p:sldId id="296" r:id="rId25"/>
    <p:sldId id="274" r:id="rId26"/>
    <p:sldId id="297" r:id="rId27"/>
    <p:sldId id="275" r:id="rId28"/>
    <p:sldId id="276" r:id="rId29"/>
    <p:sldId id="298" r:id="rId30"/>
    <p:sldId id="277" r:id="rId31"/>
    <p:sldId id="278" r:id="rId32"/>
    <p:sldId id="279" r:id="rId33"/>
    <p:sldId id="299" r:id="rId34"/>
    <p:sldId id="280" r:id="rId35"/>
    <p:sldId id="281" r:id="rId36"/>
    <p:sldId id="282" r:id="rId37"/>
    <p:sldId id="300" r:id="rId38"/>
    <p:sldId id="283" r:id="rId39"/>
    <p:sldId id="284" r:id="rId40"/>
    <p:sldId id="285" r:id="rId41"/>
    <p:sldId id="301" r:id="rId42"/>
    <p:sldId id="302" r:id="rId43"/>
    <p:sldId id="303" r:id="rId44"/>
    <p:sldId id="313" r:id="rId45"/>
    <p:sldId id="304" r:id="rId46"/>
    <p:sldId id="305" r:id="rId47"/>
    <p:sldId id="306" r:id="rId48"/>
    <p:sldId id="286" r:id="rId49"/>
    <p:sldId id="287" r:id="rId50"/>
    <p:sldId id="288" r:id="rId51"/>
    <p:sldId id="307" r:id="rId52"/>
    <p:sldId id="308" r:id="rId53"/>
    <p:sldId id="289" r:id="rId54"/>
    <p:sldId id="309" r:id="rId55"/>
    <p:sldId id="310" r:id="rId56"/>
    <p:sldId id="290" r:id="rId57"/>
    <p:sldId id="291" r:id="rId58"/>
    <p:sldId id="292" r:id="rId5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1E0489-4740-4B6B-983B-9300956B1E5B}" v="4" dt="2026-08-04T05:14:23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2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Sheng" userId="cc601f15-23f8-4cfe-b718-7573c20941d7" providerId="ADAL" clId="{87A67D6D-03D0-548C-ABBF-D55A84ECB69E}"/>
    <pc:docChg chg="modSld">
      <pc:chgData name="Bo Sheng" userId="cc601f15-23f8-4cfe-b718-7573c20941d7" providerId="ADAL" clId="{87A67D6D-03D0-548C-ABBF-D55A84ECB69E}" dt="2026-08-04T02:02:00.415" v="11" actId="14100"/>
      <pc:docMkLst>
        <pc:docMk/>
      </pc:docMkLst>
      <pc:sldChg chg="modSp mod">
        <pc:chgData name="Bo Sheng" userId="cc601f15-23f8-4cfe-b718-7573c20941d7" providerId="ADAL" clId="{87A67D6D-03D0-548C-ABBF-D55A84ECB69E}" dt="2026-08-04T02:02:00.415" v="11" actId="14100"/>
        <pc:sldMkLst>
          <pc:docMk/>
          <pc:sldMk cId="0" sldId="288"/>
        </pc:sldMkLst>
        <pc:spChg chg="mod">
          <ac:chgData name="Bo Sheng" userId="cc601f15-23f8-4cfe-b718-7573c20941d7" providerId="ADAL" clId="{87A67D6D-03D0-548C-ABBF-D55A84ECB69E}" dt="2026-08-04T02:01:57.533" v="10" actId="14100"/>
          <ac:spMkLst>
            <pc:docMk/>
            <pc:sldMk cId="0" sldId="288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4T02:02:00.415" v="11" actId="14100"/>
          <ac:spMkLst>
            <pc:docMk/>
            <pc:sldMk cId="0" sldId="288"/>
            <ac:spMk id="15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4T02:01:29.465" v="5" actId="14100"/>
        <pc:sldMkLst>
          <pc:docMk/>
          <pc:sldMk cId="0" sldId="289"/>
        </pc:sldMkLst>
        <pc:spChg chg="mod">
          <ac:chgData name="Bo Sheng" userId="cc601f15-23f8-4cfe-b718-7573c20941d7" providerId="ADAL" clId="{87A67D6D-03D0-548C-ABBF-D55A84ECB69E}" dt="2026-08-04T02:01:16.599" v="2" actId="14100"/>
          <ac:spMkLst>
            <pc:docMk/>
            <pc:sldMk cId="0" sldId="289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4T02:01:21.099" v="3" actId="14100"/>
          <ac:spMkLst>
            <pc:docMk/>
            <pc:sldMk cId="0" sldId="289"/>
            <ac:spMk id="15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4T02:01:26.165" v="4" actId="14100"/>
          <ac:spMkLst>
            <pc:docMk/>
            <pc:sldMk cId="0" sldId="289"/>
            <ac:spMk id="2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4T02:01:29.465" v="5" actId="14100"/>
          <ac:spMkLst>
            <pc:docMk/>
            <pc:sldMk cId="0" sldId="289"/>
            <ac:spMk id="25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4T02:01:50.832" v="9" actId="14100"/>
        <pc:sldMkLst>
          <pc:docMk/>
          <pc:sldMk cId="0" sldId="307"/>
        </pc:sldMkLst>
        <pc:spChg chg="mod">
          <ac:chgData name="Bo Sheng" userId="cc601f15-23f8-4cfe-b718-7573c20941d7" providerId="ADAL" clId="{87A67D6D-03D0-548C-ABBF-D55A84ECB69E}" dt="2026-08-04T02:01:47.682" v="8" actId="14100"/>
          <ac:spMkLst>
            <pc:docMk/>
            <pc:sldMk cId="0" sldId="307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4T02:01:50.832" v="9" actId="14100"/>
          <ac:spMkLst>
            <pc:docMk/>
            <pc:sldMk cId="0" sldId="307"/>
            <ac:spMk id="15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4T02:01:41.382" v="7" actId="1035"/>
        <pc:sldMkLst>
          <pc:docMk/>
          <pc:sldMk cId="0" sldId="308"/>
        </pc:sldMkLst>
        <pc:spChg chg="mod">
          <ac:chgData name="Bo Sheng" userId="cc601f15-23f8-4cfe-b718-7573c20941d7" providerId="ADAL" clId="{87A67D6D-03D0-548C-ABBF-D55A84ECB69E}" dt="2026-08-04T02:01:41.382" v="7" actId="1035"/>
          <ac:spMkLst>
            <pc:docMk/>
            <pc:sldMk cId="0" sldId="308"/>
            <ac:spMk id="10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4T02:00:55.983" v="1" actId="14100"/>
        <pc:sldMkLst>
          <pc:docMk/>
          <pc:sldMk cId="0" sldId="310"/>
        </pc:sldMkLst>
        <pc:spChg chg="mod">
          <ac:chgData name="Bo Sheng" userId="cc601f15-23f8-4cfe-b718-7573c20941d7" providerId="ADAL" clId="{87A67D6D-03D0-548C-ABBF-D55A84ECB69E}" dt="2026-08-04T02:00:51.945" v="0" actId="14100"/>
          <ac:spMkLst>
            <pc:docMk/>
            <pc:sldMk cId="0" sldId="310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4T02:00:55.983" v="1" actId="14100"/>
          <ac:spMkLst>
            <pc:docMk/>
            <pc:sldMk cId="0" sldId="310"/>
            <ac:spMk id="15" creationId="{00000000-0000-0000-0000-000000000000}"/>
          </ac:spMkLst>
        </pc:spChg>
      </pc:sldChg>
    </pc:docChg>
  </pc:docChgLst>
  <pc:docChgLst>
    <pc:chgData name="Bo Sheng" userId="cc601f15-23f8-4cfe-b718-7573c20941d7" providerId="ADAL" clId="{60CA768E-AC02-417B-940B-354FBF1E68EB}"/>
    <pc:docChg chg="undo custSel addSld delSld modSld">
      <pc:chgData name="Bo Sheng" userId="cc601f15-23f8-4cfe-b718-7573c20941d7" providerId="ADAL" clId="{60CA768E-AC02-417B-940B-354FBF1E68EB}" dt="2026-08-04T05:14:23.628" v="97"/>
      <pc:docMkLst>
        <pc:docMk/>
      </pc:docMkLst>
      <pc:sldChg chg="modSp mod">
        <pc:chgData name="Bo Sheng" userId="cc601f15-23f8-4cfe-b718-7573c20941d7" providerId="ADAL" clId="{60CA768E-AC02-417B-940B-354FBF1E68EB}" dt="2026-08-04T02:42:50.459" v="73" actId="14100"/>
        <pc:sldMkLst>
          <pc:docMk/>
          <pc:sldMk cId="0" sldId="267"/>
        </pc:sldMkLst>
        <pc:spChg chg="mod">
          <ac:chgData name="Bo Sheng" userId="cc601f15-23f8-4cfe-b718-7573c20941d7" providerId="ADAL" clId="{60CA768E-AC02-417B-940B-354FBF1E68EB}" dt="2026-08-04T02:42:50.459" v="73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3:25:53.928" v="75" actId="14100"/>
        <pc:sldMkLst>
          <pc:docMk/>
          <pc:sldMk cId="0" sldId="274"/>
        </pc:sldMkLst>
        <pc:spChg chg="mod">
          <ac:chgData name="Bo Sheng" userId="cc601f15-23f8-4cfe-b718-7573c20941d7" providerId="ADAL" clId="{60CA768E-AC02-417B-940B-354FBF1E68EB}" dt="2026-08-04T03:25:53.928" v="75" actId="14100"/>
          <ac:spMkLst>
            <pc:docMk/>
            <pc:sldMk cId="0" sldId="274"/>
            <ac:spMk id="11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3:46:15.862" v="77" actId="14100"/>
        <pc:sldMkLst>
          <pc:docMk/>
          <pc:sldMk cId="0" sldId="279"/>
        </pc:sldMkLst>
        <pc:spChg chg="mod">
          <ac:chgData name="Bo Sheng" userId="cc601f15-23f8-4cfe-b718-7573c20941d7" providerId="ADAL" clId="{60CA768E-AC02-417B-940B-354FBF1E68EB}" dt="2026-08-04T03:46:15.862" v="77" actId="14100"/>
          <ac:spMkLst>
            <pc:docMk/>
            <pc:sldMk cId="0" sldId="279"/>
            <ac:spMk id="10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4:27:17.592" v="79" actId="14100"/>
        <pc:sldMkLst>
          <pc:docMk/>
          <pc:sldMk cId="0" sldId="285"/>
        </pc:sldMkLst>
        <pc:spChg chg="mod">
          <ac:chgData name="Bo Sheng" userId="cc601f15-23f8-4cfe-b718-7573c20941d7" providerId="ADAL" clId="{60CA768E-AC02-417B-940B-354FBF1E68EB}" dt="2026-08-04T04:27:17.592" v="79" actId="14100"/>
          <ac:spMkLst>
            <pc:docMk/>
            <pc:sldMk cId="0" sldId="285"/>
            <ac:spMk id="13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4:38:00.750" v="86" actId="14100"/>
        <pc:sldMkLst>
          <pc:docMk/>
          <pc:sldMk cId="0" sldId="289"/>
        </pc:sldMkLst>
        <pc:spChg chg="mod">
          <ac:chgData name="Bo Sheng" userId="cc601f15-23f8-4cfe-b718-7573c20941d7" providerId="ADAL" clId="{60CA768E-AC02-417B-940B-354FBF1E68EB}" dt="2026-08-04T04:37:47.865" v="83" actId="14100"/>
          <ac:spMkLst>
            <pc:docMk/>
            <pc:sldMk cId="0" sldId="289"/>
            <ac:spMk id="10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7:54.572" v="84" actId="14100"/>
          <ac:spMkLst>
            <pc:docMk/>
            <pc:sldMk cId="0" sldId="289"/>
            <ac:spMk id="15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8:00.750" v="86" actId="14100"/>
          <ac:spMkLst>
            <pc:docMk/>
            <pc:sldMk cId="0" sldId="289"/>
            <ac:spMk id="20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7:57.819" v="85" actId="14100"/>
          <ac:spMkLst>
            <pc:docMk/>
            <pc:sldMk cId="0" sldId="289"/>
            <ac:spMk id="25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4:40:00.974" v="96" actId="1076"/>
        <pc:sldMkLst>
          <pc:docMk/>
          <pc:sldMk cId="0" sldId="290"/>
        </pc:sldMkLst>
        <pc:spChg chg="mod">
          <ac:chgData name="Bo Sheng" userId="cc601f15-23f8-4cfe-b718-7573c20941d7" providerId="ADAL" clId="{60CA768E-AC02-417B-940B-354FBF1E68EB}" dt="2026-08-04T04:40:00.974" v="96" actId="107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40:00.974" v="96" actId="1076"/>
          <ac:spMkLst>
            <pc:docMk/>
            <pc:sldMk cId="0" sldId="290"/>
            <ac:spMk id="12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40:00.974" v="96" actId="1076"/>
          <ac:spMkLst>
            <pc:docMk/>
            <pc:sldMk cId="0" sldId="290"/>
            <ac:spMk id="14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40:00.974" v="96" actId="1076"/>
          <ac:spMkLst>
            <pc:docMk/>
            <pc:sldMk cId="0" sldId="290"/>
            <ac:spMk id="15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9:52.391" v="95" actId="107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9:52.391" v="95" actId="1076"/>
          <ac:spMkLst>
            <pc:docMk/>
            <pc:sldMk cId="0" sldId="290"/>
            <ac:spMk id="17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9:52.391" v="95" actId="1076"/>
          <ac:spMkLst>
            <pc:docMk/>
            <pc:sldMk cId="0" sldId="290"/>
            <ac:spMk id="19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9:52.391" v="95" actId="1076"/>
          <ac:spMkLst>
            <pc:docMk/>
            <pc:sldMk cId="0" sldId="290"/>
            <ac:spMk id="20" creationId="{00000000-0000-0000-0000-000000000000}"/>
          </ac:spMkLst>
        </pc:spChg>
        <pc:picChg chg="mod">
          <ac:chgData name="Bo Sheng" userId="cc601f15-23f8-4cfe-b718-7573c20941d7" providerId="ADAL" clId="{60CA768E-AC02-417B-940B-354FBF1E68EB}" dt="2026-08-04T04:40:00.974" v="96" actId="1076"/>
          <ac:picMkLst>
            <pc:docMk/>
            <pc:sldMk cId="0" sldId="290"/>
            <ac:picMk id="13" creationId="{00000000-0000-0000-0000-000000000000}"/>
          </ac:picMkLst>
        </pc:picChg>
        <pc:picChg chg="mod">
          <ac:chgData name="Bo Sheng" userId="cc601f15-23f8-4cfe-b718-7573c20941d7" providerId="ADAL" clId="{60CA768E-AC02-417B-940B-354FBF1E68EB}" dt="2026-08-04T04:39:52.391" v="95" actId="1076"/>
          <ac:picMkLst>
            <pc:docMk/>
            <pc:sldMk cId="0" sldId="290"/>
            <ac:picMk id="18" creationId="{00000000-0000-0000-0000-000000000000}"/>
          </ac:picMkLst>
        </pc:picChg>
      </pc:sldChg>
      <pc:sldChg chg="modSp mod">
        <pc:chgData name="Bo Sheng" userId="cc601f15-23f8-4cfe-b718-7573c20941d7" providerId="ADAL" clId="{60CA768E-AC02-417B-940B-354FBF1E68EB}" dt="2026-08-04T02:56:34.847" v="74" actId="14100"/>
        <pc:sldMkLst>
          <pc:docMk/>
          <pc:sldMk cId="0" sldId="295"/>
        </pc:sldMkLst>
        <pc:spChg chg="mod">
          <ac:chgData name="Bo Sheng" userId="cc601f15-23f8-4cfe-b718-7573c20941d7" providerId="ADAL" clId="{60CA768E-AC02-417B-940B-354FBF1E68EB}" dt="2026-08-04T02:56:34.847" v="74" actId="14100"/>
          <ac:spMkLst>
            <pc:docMk/>
            <pc:sldMk cId="0" sldId="295"/>
            <ac:spMk id="10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3:26:25.834" v="76" actId="14100"/>
        <pc:sldMkLst>
          <pc:docMk/>
          <pc:sldMk cId="0" sldId="297"/>
        </pc:sldMkLst>
        <pc:spChg chg="mod">
          <ac:chgData name="Bo Sheng" userId="cc601f15-23f8-4cfe-b718-7573c20941d7" providerId="ADAL" clId="{60CA768E-AC02-417B-940B-354FBF1E68EB}" dt="2026-08-04T03:26:25.834" v="76" actId="14100"/>
          <ac:spMkLst>
            <pc:docMk/>
            <pc:sldMk cId="0" sldId="297"/>
            <ac:spMk id="10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3:57:26.051" v="78" actId="20577"/>
        <pc:sldMkLst>
          <pc:docMk/>
          <pc:sldMk cId="0" sldId="299"/>
        </pc:sldMkLst>
        <pc:spChg chg="mod">
          <ac:chgData name="Bo Sheng" userId="cc601f15-23f8-4cfe-b718-7573c20941d7" providerId="ADAL" clId="{60CA768E-AC02-417B-940B-354FBF1E68EB}" dt="2026-08-04T03:57:26.051" v="78" actId="20577"/>
          <ac:spMkLst>
            <pc:docMk/>
            <pc:sldMk cId="0" sldId="299"/>
            <ac:spMk id="12" creationId="{00000000-0000-0000-0000-000000000000}"/>
          </ac:spMkLst>
        </pc:spChg>
      </pc:sldChg>
      <pc:sldChg chg="modSp mod">
        <pc:chgData name="Bo Sheng" userId="cc601f15-23f8-4cfe-b718-7573c20941d7" providerId="ADAL" clId="{60CA768E-AC02-417B-940B-354FBF1E68EB}" dt="2026-08-04T04:37:32.024" v="81" actId="20577"/>
        <pc:sldMkLst>
          <pc:docMk/>
          <pc:sldMk cId="0" sldId="308"/>
        </pc:sldMkLst>
        <pc:spChg chg="mod">
          <ac:chgData name="Bo Sheng" userId="cc601f15-23f8-4cfe-b718-7573c20941d7" providerId="ADAL" clId="{60CA768E-AC02-417B-940B-354FBF1E68EB}" dt="2026-08-04T04:37:27.399" v="80" actId="14100"/>
          <ac:spMkLst>
            <pc:docMk/>
            <pc:sldMk cId="0" sldId="308"/>
            <ac:spMk id="10" creationId="{00000000-0000-0000-0000-000000000000}"/>
          </ac:spMkLst>
        </pc:spChg>
        <pc:spChg chg="mod">
          <ac:chgData name="Bo Sheng" userId="cc601f15-23f8-4cfe-b718-7573c20941d7" providerId="ADAL" clId="{60CA768E-AC02-417B-940B-354FBF1E68EB}" dt="2026-08-04T04:37:32.024" v="81" actId="20577"/>
          <ac:spMkLst>
            <pc:docMk/>
            <pc:sldMk cId="0" sldId="308"/>
            <ac:spMk id="12" creationId="{00000000-0000-0000-0000-000000000000}"/>
          </ac:spMkLst>
        </pc:spChg>
      </pc:sldChg>
      <pc:sldChg chg="addSp delSp modSp add mod setBg">
        <pc:chgData name="Bo Sheng" userId="cc601f15-23f8-4cfe-b718-7573c20941d7" providerId="ADAL" clId="{60CA768E-AC02-417B-940B-354FBF1E68EB}" dt="2026-08-04T02:34:06.364" v="30" actId="1076"/>
        <pc:sldMkLst>
          <pc:docMk/>
          <pc:sldMk cId="1230003509" sldId="311"/>
        </pc:sldMkLst>
        <pc:spChg chg="mod">
          <ac:chgData name="Bo Sheng" userId="cc601f15-23f8-4cfe-b718-7573c20941d7" providerId="ADAL" clId="{60CA768E-AC02-417B-940B-354FBF1E68EB}" dt="2026-08-04T02:30:40.553" v="11" actId="20577"/>
          <ac:spMkLst>
            <pc:docMk/>
            <pc:sldMk cId="1230003509" sldId="311"/>
            <ac:spMk id="2" creationId="{CD8C2E8F-C6B2-AF8A-F85D-AE47B8553CBF}"/>
          </ac:spMkLst>
        </pc:spChg>
        <pc:spChg chg="del">
          <ac:chgData name="Bo Sheng" userId="cc601f15-23f8-4cfe-b718-7573c20941d7" providerId="ADAL" clId="{60CA768E-AC02-417B-940B-354FBF1E68EB}" dt="2026-08-04T02:32:36.664" v="12" actId="478"/>
          <ac:spMkLst>
            <pc:docMk/>
            <pc:sldMk cId="1230003509" sldId="311"/>
            <ac:spMk id="3" creationId="{54AE9C05-987D-2DE9-77A0-D8645FEFEBB2}"/>
          </ac:spMkLst>
        </pc:spChg>
        <pc:spChg chg="del">
          <ac:chgData name="Bo Sheng" userId="cc601f15-23f8-4cfe-b718-7573c20941d7" providerId="ADAL" clId="{60CA768E-AC02-417B-940B-354FBF1E68EB}" dt="2026-08-04T02:32:37.744" v="13" actId="478"/>
          <ac:spMkLst>
            <pc:docMk/>
            <pc:sldMk cId="1230003509" sldId="311"/>
            <ac:spMk id="6" creationId="{E45BAF63-7F50-A763-4422-4AA5E89C4F0A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7" creationId="{1F04CDA7-BB24-76BD-75C3-C1B147954340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8" creationId="{DB477823-C85D-7535-696E-6E5FDDF18CD1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9" creationId="{AFB87AC0-D876-C111-F4B0-3C0645CD8461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0" creationId="{CE5C1B72-5371-8B91-6F6D-D485C3167185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1" creationId="{409896C0-F856-9A70-0C60-0CE2261FD313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2" creationId="{CE702300-F9C0-F56D-41A5-CDAEED706B36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4" creationId="{48B01C9B-CABD-DDBF-452D-E0F38C2E0347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5" creationId="{936258F8-D803-8E74-4148-38AB5202B3EC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7" creationId="{009FCBF7-9003-27B8-ABAD-365E37C3E705}"/>
          </ac:spMkLst>
        </pc:spChg>
        <pc:spChg chg="del">
          <ac:chgData name="Bo Sheng" userId="cc601f15-23f8-4cfe-b718-7573c20941d7" providerId="ADAL" clId="{60CA768E-AC02-417B-940B-354FBF1E68EB}" dt="2026-08-04T02:32:41.725" v="14" actId="478"/>
          <ac:spMkLst>
            <pc:docMk/>
            <pc:sldMk cId="1230003509" sldId="311"/>
            <ac:spMk id="19" creationId="{95DADDC4-C40D-4F05-3F07-E3247E1EDB7E}"/>
          </ac:spMkLst>
        </pc:spChg>
        <pc:spChg chg="add mod">
          <ac:chgData name="Bo Sheng" userId="cc601f15-23f8-4cfe-b718-7573c20941d7" providerId="ADAL" clId="{60CA768E-AC02-417B-940B-354FBF1E68EB}" dt="2026-08-04T02:34:00.462" v="29" actId="14100"/>
          <ac:spMkLst>
            <pc:docMk/>
            <pc:sldMk cId="1230003509" sldId="311"/>
            <ac:spMk id="28" creationId="{C4205DF3-6C51-D820-4A45-B0807940DF96}"/>
          </ac:spMkLst>
        </pc:spChg>
        <pc:picChg chg="add mod">
          <ac:chgData name="Bo Sheng" userId="cc601f15-23f8-4cfe-b718-7573c20941d7" providerId="ADAL" clId="{60CA768E-AC02-417B-940B-354FBF1E68EB}" dt="2026-08-04T02:34:06.364" v="30" actId="1076"/>
          <ac:picMkLst>
            <pc:docMk/>
            <pc:sldMk cId="1230003509" sldId="311"/>
            <ac:picMk id="24" creationId="{17E85A71-1645-1DA9-098C-578A6EA7ADEC}"/>
          </ac:picMkLst>
        </pc:picChg>
        <pc:picChg chg="add mod">
          <ac:chgData name="Bo Sheng" userId="cc601f15-23f8-4cfe-b718-7573c20941d7" providerId="ADAL" clId="{60CA768E-AC02-417B-940B-354FBF1E68EB}" dt="2026-08-04T02:34:06.364" v="30" actId="1076"/>
          <ac:picMkLst>
            <pc:docMk/>
            <pc:sldMk cId="1230003509" sldId="311"/>
            <ac:picMk id="26" creationId="{44F02884-E7E4-58C3-A97F-4713C78BECA6}"/>
          </ac:picMkLst>
        </pc:picChg>
      </pc:sldChg>
      <pc:sldChg chg="addSp delSp new del mod">
        <pc:chgData name="Bo Sheng" userId="cc601f15-23f8-4cfe-b718-7573c20941d7" providerId="ADAL" clId="{60CA768E-AC02-417B-940B-354FBF1E68EB}" dt="2026-08-04T02:38:34.154" v="34" actId="47"/>
        <pc:sldMkLst>
          <pc:docMk/>
          <pc:sldMk cId="989801514" sldId="312"/>
        </pc:sldMkLst>
        <pc:spChg chg="add del">
          <ac:chgData name="Bo Sheng" userId="cc601f15-23f8-4cfe-b718-7573c20941d7" providerId="ADAL" clId="{60CA768E-AC02-417B-940B-354FBF1E68EB}" dt="2026-08-04T02:38:31.946" v="33" actId="478"/>
          <ac:spMkLst>
            <pc:docMk/>
            <pc:sldMk cId="989801514" sldId="312"/>
            <ac:spMk id="3" creationId="{44DE4EA4-F95A-B519-4B50-A91917B9A277}"/>
          </ac:spMkLst>
        </pc:spChg>
      </pc:sldChg>
      <pc:sldChg chg="addSp delSp modSp add mod">
        <pc:chgData name="Bo Sheng" userId="cc601f15-23f8-4cfe-b718-7573c20941d7" providerId="ADAL" clId="{60CA768E-AC02-417B-940B-354FBF1E68EB}" dt="2026-08-04T02:41:05.544" v="72" actId="14100"/>
        <pc:sldMkLst>
          <pc:docMk/>
          <pc:sldMk cId="2458731109" sldId="312"/>
        </pc:sldMkLst>
        <pc:spChg chg="mod">
          <ac:chgData name="Bo Sheng" userId="cc601f15-23f8-4cfe-b718-7573c20941d7" providerId="ADAL" clId="{60CA768E-AC02-417B-940B-354FBF1E68EB}" dt="2026-08-04T02:39:40.366" v="52" actId="20577"/>
          <ac:spMkLst>
            <pc:docMk/>
            <pc:sldMk cId="2458731109" sldId="312"/>
            <ac:spMk id="2" creationId="{47DF6AC8-89EE-515F-D550-23D47AD8716D}"/>
          </ac:spMkLst>
        </pc:spChg>
        <pc:spChg chg="mod">
          <ac:chgData name="Bo Sheng" userId="cc601f15-23f8-4cfe-b718-7573c20941d7" providerId="ADAL" clId="{60CA768E-AC02-417B-940B-354FBF1E68EB}" dt="2026-08-04T02:41:05.544" v="72" actId="14100"/>
          <ac:spMkLst>
            <pc:docMk/>
            <pc:sldMk cId="2458731109" sldId="312"/>
            <ac:spMk id="28" creationId="{BD1F2598-7168-A14F-C6BE-1393B72FE019}"/>
          </ac:spMkLst>
        </pc:spChg>
        <pc:picChg chg="add mod">
          <ac:chgData name="Bo Sheng" userId="cc601f15-23f8-4cfe-b718-7573c20941d7" providerId="ADAL" clId="{60CA768E-AC02-417B-940B-354FBF1E68EB}" dt="2026-08-04T02:40:47.946" v="69" actId="1076"/>
          <ac:picMkLst>
            <pc:docMk/>
            <pc:sldMk cId="2458731109" sldId="312"/>
            <ac:picMk id="3" creationId="{6BDC1C90-4C16-4DAF-DC4B-0272C615FF29}"/>
          </ac:picMkLst>
        </pc:picChg>
        <pc:picChg chg="add mod">
          <ac:chgData name="Bo Sheng" userId="cc601f15-23f8-4cfe-b718-7573c20941d7" providerId="ADAL" clId="{60CA768E-AC02-417B-940B-354FBF1E68EB}" dt="2026-08-04T02:40:32.402" v="66" actId="1076"/>
          <ac:picMkLst>
            <pc:docMk/>
            <pc:sldMk cId="2458731109" sldId="312"/>
            <ac:picMk id="6" creationId="{C5F1F80B-AB6E-6CA4-3D99-BE3551465F3C}"/>
          </ac:picMkLst>
        </pc:picChg>
        <pc:picChg chg="add mod">
          <ac:chgData name="Bo Sheng" userId="cc601f15-23f8-4cfe-b718-7573c20941d7" providerId="ADAL" clId="{60CA768E-AC02-417B-940B-354FBF1E68EB}" dt="2026-08-04T02:40:52.090" v="70" actId="1076"/>
          <ac:picMkLst>
            <pc:docMk/>
            <pc:sldMk cId="2458731109" sldId="312"/>
            <ac:picMk id="7" creationId="{9D67C7DF-3975-8AAC-B9D3-41ABF9B448A5}"/>
          </ac:picMkLst>
        </pc:picChg>
        <pc:picChg chg="del">
          <ac:chgData name="Bo Sheng" userId="cc601f15-23f8-4cfe-b718-7573c20941d7" providerId="ADAL" clId="{60CA768E-AC02-417B-940B-354FBF1E68EB}" dt="2026-08-04T02:39:24.676" v="49" actId="478"/>
          <ac:picMkLst>
            <pc:docMk/>
            <pc:sldMk cId="2458731109" sldId="312"/>
            <ac:picMk id="24" creationId="{983A2887-C837-B3AC-656B-0CA8C784E6F2}"/>
          </ac:picMkLst>
        </pc:picChg>
        <pc:picChg chg="del">
          <ac:chgData name="Bo Sheng" userId="cc601f15-23f8-4cfe-b718-7573c20941d7" providerId="ADAL" clId="{60CA768E-AC02-417B-940B-354FBF1E68EB}" dt="2026-08-04T02:39:25.265" v="50" actId="478"/>
          <ac:picMkLst>
            <pc:docMk/>
            <pc:sldMk cId="2458731109" sldId="312"/>
            <ac:picMk id="26" creationId="{AD39506E-3582-2748-E479-E9C1A931D205}"/>
          </ac:picMkLst>
        </pc:picChg>
      </pc:sldChg>
      <pc:sldChg chg="add">
        <pc:chgData name="Bo Sheng" userId="cc601f15-23f8-4cfe-b718-7573c20941d7" providerId="ADAL" clId="{60CA768E-AC02-417B-940B-354FBF1E68EB}" dt="2026-08-04T05:14:23.628" v="97"/>
        <pc:sldMkLst>
          <pc:docMk/>
          <pc:sldMk cId="0" sldId="31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small</c:v>
                </c:pt>
                <c:pt idx="5">
                  <c:v>large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150</c:v>
                </c:pt>
                <c:pt idx="2">
                  <c:v>172</c:v>
                </c:pt>
                <c:pt idx="3">
                  <c:v>205</c:v>
                </c:pt>
                <c:pt idx="4">
                  <c:v>240</c:v>
                </c:pt>
                <c:pt idx="5">
                  <c:v>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88-4B78-921C-E3A7FD5B5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-6</c:v>
                </c:pt>
                <c:pt idx="12">
                  <c:v>0</c:v>
                </c:pt>
                <c:pt idx="24">
                  <c:v>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0.5</c:v>
                </c:pt>
                <c:pt idx="14">
                  <c:v>1</c:v>
                </c:pt>
                <c:pt idx="15">
                  <c:v>1.5</c:v>
                </c:pt>
                <c:pt idx="16">
                  <c:v>2</c:v>
                </c:pt>
                <c:pt idx="17">
                  <c:v>2.5</c:v>
                </c:pt>
                <c:pt idx="18">
                  <c:v>3</c:v>
                </c:pt>
                <c:pt idx="19">
                  <c:v>3.5</c:v>
                </c:pt>
                <c:pt idx="20">
                  <c:v>4</c:v>
                </c:pt>
                <c:pt idx="21">
                  <c:v>4.5</c:v>
                </c:pt>
                <c:pt idx="22">
                  <c:v>5</c:v>
                </c:pt>
                <c:pt idx="23">
                  <c:v>5.5</c:v>
                </c:pt>
                <c:pt idx="2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A9-4AC5-B2C3-635F23F770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-6</c:v>
                </c:pt>
                <c:pt idx="12">
                  <c:v>0</c:v>
                </c:pt>
                <c:pt idx="24">
                  <c:v>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2.4726231566347743E-3</c:v>
                </c:pt>
                <c:pt idx="1">
                  <c:v>4.0701377158961277E-3</c:v>
                </c:pt>
                <c:pt idx="2">
                  <c:v>6.6928509242848554E-3</c:v>
                </c:pt>
                <c:pt idx="3">
                  <c:v>1.098694263059318E-2</c:v>
                </c:pt>
                <c:pt idx="4">
                  <c:v>1.7986209962091559E-2</c:v>
                </c:pt>
                <c:pt idx="5">
                  <c:v>2.9312230751356319E-2</c:v>
                </c:pt>
                <c:pt idx="6">
                  <c:v>4.7425873177566781E-2</c:v>
                </c:pt>
                <c:pt idx="7">
                  <c:v>7.5858180021243546E-2</c:v>
                </c:pt>
                <c:pt idx="8">
                  <c:v>0.11920292202211755</c:v>
                </c:pt>
                <c:pt idx="9">
                  <c:v>0.18242552380635635</c:v>
                </c:pt>
                <c:pt idx="10">
                  <c:v>0.2689414213699951</c:v>
                </c:pt>
                <c:pt idx="11">
                  <c:v>0.37754066879814541</c:v>
                </c:pt>
                <c:pt idx="12">
                  <c:v>0.5</c:v>
                </c:pt>
                <c:pt idx="13">
                  <c:v>0.62245933120185459</c:v>
                </c:pt>
                <c:pt idx="14">
                  <c:v>0.7310585786300049</c:v>
                </c:pt>
                <c:pt idx="15">
                  <c:v>0.81757447619364365</c:v>
                </c:pt>
                <c:pt idx="16">
                  <c:v>0.88079707797788231</c:v>
                </c:pt>
                <c:pt idx="17">
                  <c:v>0.92414181997875655</c:v>
                </c:pt>
                <c:pt idx="18">
                  <c:v>0.95257412682243336</c:v>
                </c:pt>
                <c:pt idx="19">
                  <c:v>0.97068776924864364</c:v>
                </c:pt>
                <c:pt idx="20">
                  <c:v>0.98201379003790845</c:v>
                </c:pt>
                <c:pt idx="21">
                  <c:v>0.98901305736940681</c:v>
                </c:pt>
                <c:pt idx="22">
                  <c:v>0.99330714907571527</c:v>
                </c:pt>
                <c:pt idx="23">
                  <c:v>0.99592986228410396</c:v>
                </c:pt>
                <c:pt idx="24">
                  <c:v>0.99752737684336534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66F-4159-BA0B-BEFFD2D9E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0.01</c:v>
                </c:pt>
                <c:pt idx="1">
                  <c:v>0.06</c:v>
                </c:pt>
                <c:pt idx="2">
                  <c:v>0.01</c:v>
                </c:pt>
                <c:pt idx="3">
                  <c:v>0.02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  <c:pt idx="7">
                  <c:v>0.84</c:v>
                </c:pt>
                <c:pt idx="8">
                  <c:v>0.02</c:v>
                </c:pt>
                <c:pt idx="9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1C-4BB5-AD8D-7B03FAF8D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7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0.3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DC-4438-81ED-C5B2A89635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7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0.72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38-484C-8096-F585E853C7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-4</c:v>
                </c:pt>
                <c:pt idx="8">
                  <c:v>0</c:v>
                </c:pt>
                <c:pt idx="16">
                  <c:v>4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16</c:v>
                </c:pt>
                <c:pt idx="1">
                  <c:v>12.25</c:v>
                </c:pt>
                <c:pt idx="2">
                  <c:v>9</c:v>
                </c:pt>
                <c:pt idx="3">
                  <c:v>6.25</c:v>
                </c:pt>
                <c:pt idx="4">
                  <c:v>4</c:v>
                </c:pt>
                <c:pt idx="5">
                  <c:v>2.25</c:v>
                </c:pt>
                <c:pt idx="6">
                  <c:v>1</c:v>
                </c:pt>
                <c:pt idx="7">
                  <c:v>0.25</c:v>
                </c:pt>
                <c:pt idx="8">
                  <c:v>0</c:v>
                </c:pt>
                <c:pt idx="9">
                  <c:v>0.25</c:v>
                </c:pt>
                <c:pt idx="10">
                  <c:v>1</c:v>
                </c:pt>
                <c:pt idx="11">
                  <c:v>2.25</c:v>
                </c:pt>
                <c:pt idx="12">
                  <c:v>4</c:v>
                </c:pt>
                <c:pt idx="13">
                  <c:v>6.25</c:v>
                </c:pt>
                <c:pt idx="14">
                  <c:v>9</c:v>
                </c:pt>
                <c:pt idx="15">
                  <c:v>12.25</c:v>
                </c:pt>
                <c:pt idx="16">
                  <c:v>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51-4396-BB76-782AECF18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93</c:v>
                </c:pt>
                <c:pt idx="2">
                  <c:v>95</c:v>
                </c:pt>
                <c:pt idx="3">
                  <c:v>96</c:v>
                </c:pt>
                <c:pt idx="4">
                  <c:v>96.6</c:v>
                </c:pt>
                <c:pt idx="5">
                  <c:v>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8B8-47FC-BEAB-1E0ADF2169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40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day: by the end you'll understand 'a 70-billion-parameter neural network trained with gradient descent,' every word of it. ~3 hours with lab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Reassure: abstract terms now, concrete example on the very next slide each time, then the lab makes it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invent rules for detecting a '7'. Let them feel how brittle hand-written rules are. That failure motivates learning from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orientation: most of you trained models last week — regression, a small neural net, clustering, even a tiny GPT. This week we point that same machinery at images, then a robot. New students: you don't need Week 1; we build from the neuron up today.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neural nets inside the bigger ML picture before diving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perception — images, sound, language — we usually can't state the rules ourselves, so we let the machine learn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supervised learning all week: labeled photos in, correct name out. Mention unsupervised (clustering) and reinforcement (game-playing) so they know the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= pick a bucket (our digits). Regression = predict a continuous number (price, temperature). Both are supervised; today is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Anchor the two task types in something they've seen. Week 1's lemonade predictor output a number (regression); our digit/object models output a category (classification). Same learning loop, different kind of answer.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DCEE6-90F4-75DD-8256-6D3E23BB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F10CD-B338-725E-EBA8-246826C9A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7361D-9234-FB2B-E42F-8B10F422C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= pick a bucket (our digits). Regression = predict a continuous number (price, temperature). Both are supervised; today is classification.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299F2-E37D-AEB4-76F0-6511636EE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9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46DBA-164C-A446-E977-85B30389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302EC-CF3A-73FC-CCA4-CDF2671D3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33326-5629-53C8-C610-7E0AFFC99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= pick a bucket (our digits). Regression = predict a continuous number (price, temperature). Both are supervised; today is classification.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9966A-791A-3D16-21BC-8954D16F5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8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this loop all day. Everything else is machinery that makes each of these four steps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Real, famous dataset. Tiny and clean so training takes seconds and ideas stay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unlock: everything becomes numbers, which is why one idea works across images, audio, and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atom of every neural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 slowly. Inputs = pixels; weights = how much each matters. Just 'weighted sum, then a decision.'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arithmetic aloud. All of learning is nudging these numbers until outputs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arithmetic live: 0.9x3=2.7, 0.2x(-1)=-0.2, sum 2.5, positive so it fires. Flip a weight's sign and ask what pattern it now responds to. 'Learning' is just choosing these weights and biases.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taping rulers end to end only ever makes straight lines. Activations add the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ReLU: flat for negatives, then a straight climb — the workhorse inside hidden layers. Sigmoid: a smooth S from 0 to 1. Softmax (next relevant slide) turns final scores into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 many neurons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along the diagram: pixels enter left, flow through hidden layers, 10 output neurons on the right (one per digit). Every connection carries a weight. The dots mean 'and many more.'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'inference' — what happens every time the model is used, including on the arm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forward pass concrete with tiny numbers. Same four steps as the diagram before, just instantiated. Don't dwell — it's the bridge into softmax.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a real softmax output over the ten digits. Low confidence later means 'don't grab.' Ties to Wednesday's threshold + none-class.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softmax at a high level: exponentiate the scores, divide by their sum so they total 1.00. Biggest score becomes the biggest share — and that share is the confidence Friday's arm thresholds on.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count = inputs×neurons + one bias per neuron. 'Parameter' is the word they'll meet everywhere in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Payoff slide. Same kind, different scale + data. 'B' = billion. Caveat: bigger isn't automatically better — data and training matter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Interstitial: let them answer in chat. Q1: a near-zero weight means that input barely matters. Q2: guess is the first class at 88% confidence. Keeps remote students active.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actual learning machinery, with concrete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four steps, then take each in turn with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is the scoreboard. Being confidently wrong is punished hardest, nudging the model toward honest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concrete losses: right at 90% = small loss; right at only 20% = big loss; confidently wrong = huge. Perfect = 0. Motivates minimizing loss rather than just counting right/wrong.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true answer is 7. Before, the model leaned '1' (loss high). One nudge of the weights and '7' jumps up. Multiply by thousands of steps → a good model. This is the concrete heart of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Blindfolded-hiker analogy: feel the slope, step downhill, repeat. The gradient is that slope, computed for all ~109k weights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rate is the main knob you set by hand (a hyperparameter); in the lab it's 0.001. Too-big vs too-small is a great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 one update: new = 0.80 - 0.1x2.0 = 0.60. Positive gradient means the weight was too high, so we step down. Times ~109k weights and thousands of steps — that's training.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only: error flows backward, each weight learns its contribution. This algorithm made deep learning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all three precisely — students conflate them. Batch = group; iteration = one update; epoch = one lap through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lab they watch these numbers print live. Pause to appreciate: pure examples turned random numbers into 97%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break. We've built and trained a basic network; now a better architecture for images. Sets up tomorrow's transfer learning.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Motivate CNNs by the failure of flat nets: flattening destroys spatial layout, and a 3-pixel shift changes every input. Nearby pixels form edges and curves — structure a flat list ignores.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idea: a small filter (e.g. 3x3) tuned to one pattern, slid across the whole image, lighting up wherever that pattern occurs. Many filters, all learned automatically. Analogy: a stamp you check everywhere.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Concrete mechanics behind the CNN section. LEFT (convolution): a filter is a small grid of weights slid over the image; at each position, multiply the 9 overlapping pairs and add to get one number, building a feature map. Here the vertical-line filter fires (3) where the stroke sits and drops to 0 one step over -- that's 'this pattern, here.' You choose the number and size of filters; the values inside are learned. RIGHT (max pooling): take the largest value in each 2x2 block, halving height and width and keeping the strongest signal. Term to name: a 'feature map' is one filter's output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Pooling shrinks while keeping the strongest responses and tolerates small shifts. Stacking layers builds edges to parts to objects. By the top, the network describes content, not pixels.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 it together: conv+pool, conv+pool, flatten, classify. Same ending as the MLP (scores to softmax to guess), just a smarter front end. This is the shape of tomorrow's MobileNet.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payoff: MobileNet is a pretrained CNN. Transfer learning reuses its learned filters and retrains only the top, which is why ~50 photos per object is enough. Connect explicitly to Wednesday.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difference between a demo and a model that generalizes.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Studying the exact exam answers vs. actually learning. Held-out data is the only honest measure. Their photos get split this way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for Wednesday: with ~50 photos per object, overfitting is the main risk — hence transfer learning + data variety.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tell-tale: train accuracy near 100% while validation stalls or drops — that gap is overfitting. Cause: memorizing specific images, not the general pattern. They reproduce this on purpose in Lab 2.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scenario they'll hit: great on training, poor on new photos = memorization. Fixes: more and more-varied data, augmentation, early stopping. Practical, not theoretical.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Variety and augmentation are what they control most on Friday's results. Dropout and early stopping come built into good training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Augmentation as free variety: flips/rotations, lighting/color, crops/shifts — each turns one photo into several lessons and directly fights overfitting. Preview that Wednesday's notebook turns these on.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Settled design decision for Friday. Threshold: act only above ~0.60. Margin: also require the top guess to beat the runner-up by a gap, so near-ties don't trigger. With a trained 'none' class, this is how the arm reliably says 'no target.'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 mirrors these slides: layers, run_epoch (the loop), predict. Challenges: bigger network, a CNN, confusion hunt.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the lab. They'll hear all twelve terms in any AI article from now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Wednesday: same loop and vocabulary, their own photos, a pretrained head-start.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5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822960"/>
            <a:ext cx="1005840" cy="10058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598" y="10844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TUESDAY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39572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Learn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neural network — from one neuron to ChatGPT-scale models.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ideas, from a single neuron to a CNN.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" y="19842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3" y="21173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machine learning?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5603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11296" y="19842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33" y="211738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neuron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5603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45936" y="19842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073" y="211738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6002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Neurons → a network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3063240"/>
            <a:ext cx="25603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76656" y="3447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93" y="3580425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training works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291840" y="3063240"/>
            <a:ext cx="25603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511296" y="3447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433" y="3580425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6052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Networks that see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126480" y="3063240"/>
            <a:ext cx="25603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345936" y="3447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073" y="3580425"/>
            <a:ext cx="245791" cy="24579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9516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Making it work + labs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collected photos. Today: how does a computer learn from them?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only does what it's told. So how can it 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out something nobody programmed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like which squiggle is a 7? That's what machine learning answers.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last week to this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done more of this than you think.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you trained models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a small neural net, clustering, even a tiny language model — all learning from examples.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aim it at the world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machinery, pointed at images — then loaded onto a robot arm that sees, decides, and acts.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make a computer smart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7785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91164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programming: you write the rules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18745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two loops are stacked, it's an 8…” Thousands of rules, and it still breaks on messy handwriting.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4944" y="31958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332896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9626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you show examples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371600" y="329184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60,000 labeled digits; it discovers the patterns itself. No rules written by hand.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machine-learning family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styles of learning — we're using the first 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88915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labeled examples (input → known answer). Our digits live here.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74650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88915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find structure on your own, like grouping similar photos.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188915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trial, reward, and error — how AIs master games.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supervised tasks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category, or predict a number?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— which category?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56616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379476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338328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320040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17320" y="361188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6160" y="25146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4760" y="21488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26517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914400" y="3886200"/>
            <a:ext cx="329184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which digit (0–9) — that's us!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— which number?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892040" y="2011680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size → predicted price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met these two before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week's models were exactly these tasks.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(Week 1)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 — like lemonade sales from the temperature.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(this week)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 — which digit, which object. Same idea, different answer.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ACEF-7D18-5C8A-1479-14AFC69D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8C2E8F-C6B2-AF8A-F85D-AE47B8553CBF}"/>
              </a:ext>
            </a:extLst>
          </p:cNvPr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</a:t>
            </a: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A7C6FE-1524-2F24-3EA0-F5CC60195CAA}"/>
              </a:ext>
            </a:extLst>
          </p:cNvPr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DC0A20-30AE-D5CD-98D0-01CE367D0461}"/>
              </a:ext>
            </a:extLst>
          </p:cNvPr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24" name="Picture 23" descr="A set of different-colored shapes (unlabeled data) is input into an unsupervised learning algorithm, resulting in output of three homogenous groups (classes).">
            <a:extLst>
              <a:ext uri="{FF2B5EF4-FFF2-40B4-BE49-F238E27FC236}">
                <a16:creationId xmlns:a16="http://schemas.microsoft.com/office/drawing/2014/main" id="{17E85A71-1645-1DA9-098C-578A6EA7A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1107786"/>
            <a:ext cx="5032440" cy="18646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4F02884-E7E4-58C3-A97F-4713C78BE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" y="3084314"/>
            <a:ext cx="5037553" cy="178095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205DF3-6C51-D820-4A45-B0807940DF96}"/>
              </a:ext>
            </a:extLst>
          </p:cNvPr>
          <p:cNvSpPr txBox="1"/>
          <p:nvPr/>
        </p:nvSpPr>
        <p:spPr>
          <a:xfrm>
            <a:off x="4846320" y="4856131"/>
            <a:ext cx="37560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https://www.mathworks.com/discovery/unsupervised-learning.html</a:t>
            </a:r>
          </a:p>
        </p:txBody>
      </p:sp>
    </p:spTree>
    <p:extLst>
      <p:ext uri="{BB962C8B-B14F-4D97-AF65-F5344CB8AC3E}">
        <p14:creationId xmlns:p14="http://schemas.microsoft.com/office/powerpoint/2010/main" val="123000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A221-3B09-BA78-4B20-59080099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DF6AC8-89EE-515F-D550-23D47AD8716D}"/>
              </a:ext>
            </a:extLst>
          </p:cNvPr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A74DEB-F887-01AF-2772-D96482D4AF1F}"/>
              </a:ext>
            </a:extLst>
          </p:cNvPr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902DCC-0C69-D50C-A3E3-5CE9D78A37A5}"/>
              </a:ext>
            </a:extLst>
          </p:cNvPr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1F2598-7168-A14F-C6BE-1393B72FE019}"/>
              </a:ext>
            </a:extLst>
          </p:cNvPr>
          <p:cNvSpPr txBox="1"/>
          <p:nvPr/>
        </p:nvSpPr>
        <p:spPr>
          <a:xfrm>
            <a:off x="2882705" y="4856131"/>
            <a:ext cx="57196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https://www.udacity.com/blog/reinforcement-learning-explained-algorithms-examples-and-ai-use-cases/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C1C90-4C16-4DAF-DC4B-0272C615F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05" y="1254881"/>
            <a:ext cx="1905000" cy="282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F1F80B-AB6E-6CA4-3D99-BE3551465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858" y="1254882"/>
            <a:ext cx="1906284" cy="2828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7C7DF-3975-8AAC-B9D3-41ABF9B44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295" y="1177509"/>
            <a:ext cx="2106638" cy="315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31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“learning” actually means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magic — just tuning numbers to make fewer mistakes.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7685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6596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prediction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6596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was it?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6596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numbers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6596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get better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game.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ChatGPT is a giant version of this exact loop.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dataset: MNIST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“hello world” of machine learning — handwritten digits.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28×28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0–9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to learn from + 10,000 kept aside to test honestly (more on why later).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image is just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learning, the picture becomes a list of numbers.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× 28 grid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has a brightness from 0 (black) to 255 (white).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784 numbers in a row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the grid into one list of 28×28 = 784 values — the network's input.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network, an image, a sound, and a sentence are all just lists of numbers.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Neuron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neuron?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decision-maker: weigh the inputs, add them up, decide how strongly to react.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6400800" cy="82296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activation( w1·x1 + w2·x2 + … + bias 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331012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344326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008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71600" y="333756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input (x) by its weight (w), add them up, add a bias, then run the total through an activation function that sets the output.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&amp; biases: the knobs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learning adjusts.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8928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0259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importance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weight = “this input matters a lot.” Near zero = “ignore it.”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18928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0259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= eagerness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nudge that makes the neuron fire more or less easily.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31520" y="30175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Micro-example: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0.9 and 0.2; weights 3 and −1; bias 0.  →  (0.9×3) + (0.2×−1) = 2.5.  Positive, so it fires. Change the weights and it reacts to different things.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neuron, worked 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inputs, two weights, a bias — one decision.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arithmetic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0.9, 0.2 · weights 3, −1 · bias 0  →  0.9×3 + 0.2×(−1) + 0 = 2.5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so it fires.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 weight's sign and the same neuron reacts to the opposite pattern. Training just chooses these numbers.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activation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even a deep network is just a straight line.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plain weighted sums gives… another weighted sum. Straight lines only — useless for complex patterns.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non-linear “bend” after each layer. That's what lets networks model almost anything.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activation functions, drawn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simple shapes do almost all the work.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 —  max(0, x)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87452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41732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 —  squashes to 0–1</a:t>
            </a:r>
            <a:endParaRPr lang="en-US" sz="13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800600" y="187452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Neurons to a Network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network, drawn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in layers, every one connected to the next.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63040" y="187452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874520"/>
            <a:ext cx="210312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1874520"/>
            <a:ext cx="2103120" cy="8915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63040" y="1874520"/>
            <a:ext cx="2103120" cy="133731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63040" y="1874520"/>
            <a:ext cx="2103120" cy="1783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1463040" y="246888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463040" y="246888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63040" y="2468880"/>
            <a:ext cx="2103120" cy="2971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468880"/>
            <a:ext cx="2103120" cy="7429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3040" y="2468880"/>
            <a:ext cx="2103120" cy="11887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1463040" y="306324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1463040" y="306324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463040" y="306324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63040" y="3063240"/>
            <a:ext cx="2103120" cy="14859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63040" y="3063240"/>
            <a:ext cx="2103120" cy="5943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146304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146304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146304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146304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6304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66160" y="187452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66160" y="1874520"/>
            <a:ext cx="210312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66160" y="1874520"/>
            <a:ext cx="2103120" cy="8915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66160" y="1874520"/>
            <a:ext cx="2103120" cy="133731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66160" y="1874520"/>
            <a:ext cx="2103120" cy="1783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3566160" y="232029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566160" y="232029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66160" y="2320290"/>
            <a:ext cx="210312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66160" y="2320290"/>
            <a:ext cx="2103120" cy="8915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566160" y="2320290"/>
            <a:ext cx="2103120" cy="133731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3566160" y="276606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3566160" y="276606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566160" y="276606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66160" y="2766060"/>
            <a:ext cx="210312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566160" y="2766060"/>
            <a:ext cx="2103120" cy="8915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3566160" y="321183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3566160" y="321183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3566160" y="321183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566160" y="321183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566160" y="3211830"/>
            <a:ext cx="210312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flipV="1">
            <a:off x="356616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flipV="1">
            <a:off x="356616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flipV="1">
            <a:off x="356616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flipV="1">
            <a:off x="356616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566160" y="3657600"/>
            <a:ext cx="2103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669280" y="187452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669280" y="1874520"/>
            <a:ext cx="2011680" cy="8915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669280" y="1874520"/>
            <a:ext cx="2011680" cy="1783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 flipV="1">
            <a:off x="5669280" y="232029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669280" y="2320290"/>
            <a:ext cx="201168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669280" y="2320290"/>
            <a:ext cx="2011680" cy="133731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 flipV="1">
            <a:off x="5669280" y="276606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69280" y="276606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669280" y="2766060"/>
            <a:ext cx="2011680" cy="8915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flipV="1">
            <a:off x="5669280" y="321183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V="1">
            <a:off x="5669280" y="321183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669280" y="3211830"/>
            <a:ext cx="2011680" cy="44577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 flipV="1">
            <a:off x="5669280" y="365760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 flipV="1">
            <a:off x="5669280" y="365760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669280" y="3657600"/>
            <a:ext cx="2011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316736" y="172821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316736" y="232257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316736" y="291693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316736" y="351129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419856" y="172821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419856" y="217398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419856" y="261975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419856" y="306552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419856" y="351129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522976" y="172821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522976" y="217398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522976" y="261975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522976" y="306552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522976" y="3511296"/>
            <a:ext cx="292608" cy="292608"/>
          </a:xfrm>
          <a:prstGeom prst="ellipse">
            <a:avLst/>
          </a:prstGeom>
          <a:solidFill>
            <a:srgbClr val="0891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534656" y="1728216"/>
            <a:ext cx="292608" cy="292608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534656" y="2619756"/>
            <a:ext cx="292608" cy="292608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534656" y="3511296"/>
            <a:ext cx="292608" cy="292608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280160" y="3675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3383280" y="3675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486400" y="3675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498080" y="3675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48640" y="4041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(784 pixels)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651760" y="4041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(128)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754880" y="4041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(64)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766560" y="4041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digits)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pass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one prediction = pushing numbers through, left to right.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values 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math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+ ReLU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numbers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wins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pass, with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steps, now with real values.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values: 0.2, 0.8, 0.1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adds its weighted inputs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 → 0, rest passes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scores → 10 percentages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scores into confidence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makes the 10 output numbers readable as percentages.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828800"/>
            <a:ext cx="3200400" cy="2103120"/>
          </a:xfrm>
          <a:prstGeom prst="roundRect">
            <a:avLst>
              <a:gd name="adj" fmla="val 391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2414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281" y="275746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956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an 84% 7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00800" y="2286000"/>
            <a:ext cx="2103120" cy="119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bars sum to 100%. The tallest is the guess; its height is the confidence — what Friday's arm uses to decide ‘is this the target?’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Softmax, step by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scores become confidences.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→ exponentiate → share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2.0, 1.0, 0.1  →  exp  →  divide by the total  →  0.66, 0.24, 0.10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add up to 1.00.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score becomes the biggest slice — and that slice is the confidence Friday's arm checks.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 counting the knobs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“parameter” is one learnable number — a weight or a bias.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100,480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128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8,256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64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237744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109,000 parameters.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tunes every one automatically — you never set them by hand.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“parameter size” means for LLMs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heard “7B” or “70B” — now you know what it counts.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~109K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 network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23774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open LLM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175B+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23774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and beyond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kind of knob — just ~600,000× more.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giant neural network trained on trillions of words to predict the next one. More parameters ≈ more capacity.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screen and think for ten seconds each.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neuron's weight is near zero. How much does that input affect its decision?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says 0.88, 0.07, 0.05. What's the guess — and how sure is the network?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Training Works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this and random knobs become a working model.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to fix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the knobs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 this whole loop is one function: </a:t>
            </a: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run_epoch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Next we open up each step.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measuring wrongness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for how badly the model is doing right now.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loss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when confident and right; high when confident and wrong. Perfect = 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Training's whole goal: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average loss as small as possible. Gradients, learning rate, and batches all exist to push this one number down.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Loss, worked 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confidence and correctness both count.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and right vs confident and wrong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 at 90% → small loss (≈0.1). Right answer at 20% → big loss (≈1.6). Confidently wrong → huge loss.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prediction scores 0.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pushes this one number down, example after example.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training step, up close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single update make the guess better.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update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011680"/>
          <a:ext cx="37490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55448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one update</a:t>
            </a:r>
            <a:endParaRPr lang="en-US" sz="13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846320" y="2011680"/>
          <a:ext cx="37490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Gradient: which way is downhill?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loss as a valley. We want the lowest point.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vs. one weight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92024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846320" y="1828800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8406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201" y="27574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9568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downhill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760720" y="2286000"/>
            <a:ext cx="2743200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is the slope: which way makes the error go up. So we step the other way, toward the bottom, again and again.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&amp; learning rate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rule — and the dial for step size.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0" cy="777240"/>
          </a:xfrm>
          <a:prstGeom prst="roundRect">
            <a:avLst>
              <a:gd name="adj" fmla="val 10588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weight = old weight − (learning rate × gradient)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32415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337468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9169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too big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71600" y="3246120"/>
            <a:ext cx="2834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the valley, bounces around, or blows up.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788920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92624" y="32415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61" y="33746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29169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669280" y="3246120"/>
            <a:ext cx="2834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— takes forever. We pick a sensible middle.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downhill, worked 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rule with real numbers.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= old − (learning rate × gradient)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0.80, gradient +2.0, rate 0.1  →  0.80 − 0.1×2.0 = 0.60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gradient means 'too high,' so the step lowers it.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~109,000 weights, thousands of times, and random knobs become a working model.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network figures out each knob's share of the blame.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7685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6596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at the 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61104" y="196596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6110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4904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backward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by layer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2944" y="196596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52944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40880" y="2679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Blame each weight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300837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slice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code this — the library does it.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all ~109k gradients get computed at once.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Batches, iterations &amp; epochs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feed all 60,000 images at once — we work in small groups.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65506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79771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Minibatch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67919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(e.g. 64 images) used for one update. Faster and steadier.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65506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79771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67919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 from one batch. 60,000 ÷ 64 ≈ 940 per pass.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165506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179771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67919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over all the data. We'll run several.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it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climbs epoch by epoch — loss slides down.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per epoch (%)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965960"/>
          <a:ext cx="46634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40680" y="1828800"/>
            <a:ext cx="3246120" cy="2103120"/>
          </a:xfrm>
          <a:prstGeom prst="roundRect">
            <a:avLst>
              <a:gd name="adj" fmla="val 391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7842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61" y="27574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19568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nothing to 97%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286000"/>
            <a:ext cx="2148840" cy="116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knobs, a few epochs, and a tiny network reads unseen digits at ~97%. That's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That See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networks don't see shape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784 numbers loses the picture.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a digit and 'where' disappears. Shift it three pixels and every input changes — the network sees something new.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lost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pixels form edges and curves. A flat list throws that structure away.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Convolution: a sliding feature-finder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filter, checked everywhere on the image.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88915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tiny filter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grid of weights tuned to one pattern — say, a vertical edge.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74650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88915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it across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over the whole image; it lights up wherever that pattern appears.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188915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filters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filters catch edges, corners, textures — all learned, not hand-coded.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nn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Pool, then build 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out, keep the strong signals, stack the ideas.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88915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each region to its strongest response — smaller, and steady against small shifts.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74650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88915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on layers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find edges; later ones combine them into parts, then whole objects.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188915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Meaning, not pixels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top, the network describes what's in the image.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CNN, end to 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pixels to a labeled guess.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pool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edges, shrink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pool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→ parts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feature 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→ softmax → guess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tomorrow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build a CNN from scratch — you'll stand on 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is a CNN already trained on millions of images. You reuse its filters and retrain only the top layer.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~50 photos is enough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— learning to see edges and textures — is already done. You just teach it your objects.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It Actually Work</a:t>
            </a:r>
            <a:endParaRPr lang="en-US" sz="4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test on data the model studied.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65506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79771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67919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the model learns from.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65506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79771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67919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during training to tune settings and catch problems.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165506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179771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67919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until the end — the honest final grade.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vs. underfitting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ways learning goes wrong.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8242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95736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Overfitting: memorizing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training data, bad on new data. Tell-tale: training accuracy high, validation accuracy low.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32415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337468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008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Underfitting: not learning enough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33756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on everything — model too simple or under-trained.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Overfitting, seen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memorizing and understanding.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you'd see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climbs toward 100% while validation accuracy stalls or slips. That gap is the warning.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memorized the exact training images instead of the general pattern.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 training, 70% on new photos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you'll actually hit this week.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453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866637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memorized your training set: high train score, low real-world score — classic overfitting.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varied photos, turn on augmentation, and stop once validation stops improving.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Fighting overfitting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you'll use this week.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82422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95736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&amp; varied data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Angles, lighting, backgrounds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18242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195736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recolor for variety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19582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32896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29626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29184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ignore some neurons while training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992624" y="31958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5761" y="3328965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29626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669280" y="329184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validation stops improving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Augmentation: free variety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photo teach several lessons.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88915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&amp; rotate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mug is still a mug mirrored, or tilted 15°.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74650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188915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Recolor &amp; brighten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the lighting so the model doesn't lean on your desk lamp.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174650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188915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&amp; shift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277063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object around the frame so position doesn't matter.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when to say 'not sure'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keeps Friday's arm honest.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3042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374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 when the top confidence clears a bar (say 0.60). Below it, the answer is 'no target.'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3042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91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20240"/>
            <a:ext cx="2834640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require the top guess to beat the runner-up by a gap, so a 0.34-vs-0.33 near-tie doesn't trigger a grab.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today's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notebooks — from your first network to a CNN.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79222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19348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68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· Build &amp; train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81635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digit net, train past 97%, inspect its mistakes.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55448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32320" y="179222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966" y="193487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26480" y="2468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· Experiment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91072" y="281635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the brain, sweep the learning rate, hunt confusions.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91840" y="1554480"/>
            <a:ext cx="2560320" cy="274320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97680" y="179222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326" y="193487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91840" y="2468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· Go convolutional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56432" y="281635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from scratch and break 99%.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to remember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cheat-sheet for the rest of the week.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NEURAL NETWORKS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+ activation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258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47288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an input matters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3258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54496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5449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neuron's eagerness to fire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67128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non-linear bend (ReLU)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2167128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47288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47288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neurons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71616" y="2167128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54496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learnable number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08376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the model 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64408" y="3008376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47288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47288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lowers the loss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3008376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54496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54496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for updates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49624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examples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64408" y="3849624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47288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47288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over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71616" y="3849624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54496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254496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Memorizing, not learning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8686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recipe tomorrow — your objects.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transfer learning, so a handful of photos is enough.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4753</Words>
  <Application>Microsoft Office PowerPoint</Application>
  <PresentationFormat>On-screen Show (16:9)</PresentationFormat>
  <Paragraphs>587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Tuesday — How Machines Learn</dc:title>
  <dc:subject>PptxGenJS Presentation</dc:subject>
  <dc:creator>PptxGenJS</dc:creator>
  <cp:lastModifiedBy>Bo Sheng</cp:lastModifiedBy>
  <cp:revision>2</cp:revision>
  <dcterms:created xsi:type="dcterms:W3CDTF">2026-07-07T03:01:19Z</dcterms:created>
  <dcterms:modified xsi:type="dcterms:W3CDTF">2026-08-04T05:14:33Z</dcterms:modified>
</cp:coreProperties>
</file>
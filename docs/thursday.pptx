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891B2"/>
                </a:solidFill>
                <a:latin typeface="Arial"/>
              </a:defRPr>
            </a:pPr>
            <a:r>
              <a:rPr sz="1400" b="1" i="0" u="none" strike="noStrike">
                <a:solidFill>
                  <a:srgbClr val="0891B2"/>
                </a:solidFill>
                <a:latin typeface="Arial"/>
              </a:rPr>
              <a:t>Size (MB)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Size</c:v>
                </c:pt>
              </c:strCache>
            </c:strRef>
          </c:tx>
          <c:spPr>
            <a:solidFill>
              <a:srgbClr val="0891B2">
                <a:alpha val="100000"/>
              </a:srgbClr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FP32</c:v>
                </c:pt>
                <c:pt idx="1">
                  <c:v>INT8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5D-4545-B9AC-3C2F9ECAF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F59E0B"/>
                </a:solidFill>
                <a:latin typeface="Arial"/>
              </a:defRPr>
            </a:pPr>
            <a:r>
              <a:rPr sz="1400" b="1" i="0" u="none" strike="noStrike">
                <a:solidFill>
                  <a:srgbClr val="F59E0B"/>
                </a:solidFill>
                <a:latin typeface="Arial"/>
              </a:rPr>
              <a:t>Speed (FPS on Pi)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</c:v>
                </c:pt>
              </c:strCache>
            </c:strRef>
          </c:tx>
          <c:spPr>
            <a:solidFill>
              <a:srgbClr val="F59E0B">
                <a:alpha val="100000"/>
              </a:srgbClr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FP32</c:v>
                </c:pt>
                <c:pt idx="1">
                  <c:v>INT8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62-3D44-9612-0E5EDE31C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3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day: your model works, but only on a big server. Today we make it run anywhere — and zoom out to how AI runs on real devices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Sections 2, 6, 7 are the general-knowledge tour (chips, small language models, YOLO). Everyone deploys to the arm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whole day: take a model built on big hardware and make it run on small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places AI can run. Neither is 'better' — they trade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Robots lean edge because they must react immediately and can't depend on Wi-Fi.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robot arm can't wait on a network to decide where to grab. That's the core case for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back to Monday's hardware. Your arm's Pi 5 sits in the middle; the car's Jetson is the powerful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relatable: edge AI isn't exotic. These all run on phone-sized chips, like your arm's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Wearables and vehicles push AI to the smallest, lowest-power chips — the frontier of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view. Many real systems do both: train in the cloud, run at the edge — exactly our week's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conceptual detour: what a chip is actually doing when it 'runs' a neural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Demystify: weights are numbers, layers are matrix multiplies. This is why compute (and shrinking it)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already did training (Wed) on the server. Today/Friday is all inference on small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NPU/TPU/Neural Engine are specialized accelerators. Your Pi 5 leans on its CPU/GPU; the Jetson has an NPU.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for reading spec sheets. Higher = more headroom, but also more power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constraint that drives the rest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a model that's fine on the server may not fit or run on the Pi. Motivates shrinking.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FPS disappointment: pick-and-place needs one confident detection, not real-time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Smaller + faster usually costs a little accuracy. The job is picking a balance that works for the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arm cares about latency (one fast decision); a video pipeline cares about throughput. Both come from the same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what the benchmark helpers in the lab do — warm-up run, then average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Gate: everyone leaves this block with an FP32 baseline line printed. Give hints on the TODOs, not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 path. ONNX is the bridge that makes 'run anywhere'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The middle one — ONNX — is today's key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answer 'is ONNX edge-specific?' — No. It's a general interchange format that HELPS at the edge because it's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Hub-and-spoke: one export feeds every target. Pi uses ONNX Runtime; the car's Jetson uses TensorRT.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the file: input node, a chain of ops, output node, and the weights. A runtime just walks this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knowledge: different ecosystems, same idea — a portable, optimizable model file. ONNX converts to most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Primes the parity check. 'Trust but verify' — catching a bad export now saves a mysterious failure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toolbox for making a model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of the section. Quantization is the 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Intuition: you don't need 8 decimal places to recognize a mug. Fewer bits = smaller file + faster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of the bit budget. 32→8 is the headline 4×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4× smaller, 2–4× faster, ~1% accuracy cost. Numbers illustrative; students measure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= the easy path we use. Static needs calibration data but recovers accuracy — good stretch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day's theme: measure, don't guess. Quantization is a tool, not a free lunch.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knowledge: pruning removes low-value connections. Complements quantization.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knowledge &amp; very current: distillation is how a lot of small deployable models are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Wednesday's design choices: they make Friday's deployment realistic on a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Gate: everyone has a printed comparison table. The 'aha' is reading their OWN numbers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out: the same shrinking ideas power one of the biggest stories in AI right now — small language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SLM plainly: a language model small enough for the edge. Name-drop a few so it feels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Powerful callback: students literally learned these three levers today for vision. Same levers make SLMs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Balanced: SLMs trade capability for privacy, speed, and cost — mirrors the edge-AI trade-off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Timely angle: efficiency matters for cost, carbon, and battery. Illustrative order-of-magnitude, not a precise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knowledge: on-device = private by design. Federated learning is the one-line 'learn without collecting'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Ethics/limits: ties back to the 'none' class + threshold decision. Models don't say 'I don't know' unless we make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Future-facing and motivating: the direction of travel is smaller, more private, more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Enrichment section: object detection. Fun and famous, and a nice contrast to the classifier they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distinction. Your recognizer names one thing; a detector finds and locates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= You Only Look Once. One forward pass gives all detections. You'll run a pretrained one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only — no math. The grid-of-guesses mental model is enough for camp.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YOLO back to the day: same size/speed trade-offs, same ONNX + quantization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models, two jobs: YOLO answers WHERE (class-agnostic box -&gt; crop + grasp point), the student classifier answers WHAT and gates the grab (target + conf + margin). YOLO is part of the arm pipeline, not a rival to the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YOLO: pretrained detector on sample images. Enrichment lab; needs internet on the hub to fetch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the main mission: one project for everyone — the vision-guided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picture of Friday: YOLO localizes + crops, the student classifier names + gates. RGB camera (no depth). Vision-only label mode is the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Checklist. CPU-stand-in wording: this is a remote day, no Pi in front of anyone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Gate: every checklist shows both ONNX files. Stragglers get a 5-min TA assist. Everyone leaves arm-ready.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glossary covers chips, small language models, and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excitement for the in-person finale. Remind them to bring their class-name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hart" Target="../charts/char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3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234440"/>
            <a:ext cx="1097280" cy="109728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5087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88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THURSDAY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AI Small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371600" y="434340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your model on hardware smaller than your hand — and the ideas that make it possible.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big-server model to a pocket-sized one — plus a wider tour of how machines see and speak.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67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vs. 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843784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model actually runs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38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55701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538728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size problem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33672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&amp; ONNX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27648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27648" y="21671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67728" y="2148840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Shrinking tricks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27648" y="28437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7648" y="28620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67728" y="2843784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 everywhere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27648" y="3538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27648" y="355701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67728" y="3538728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objects with YOLO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27648" y="4233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425196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67728" y="4233672"/>
            <a:ext cx="4498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arm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recognizer works — but look where it was trained.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7680960" cy="2926080"/>
          </a:xfrm>
          <a:prstGeom prst="roundRect">
            <a:avLst>
              <a:gd name="adj" fmla="val 3438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7040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trained it on a powerful GPU server. On Friday it has to run on a Raspberry Pi — smaller than your hand and far weaker than the server.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brain. A fraction of the muscle. Today is about closing that gap.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281160" y="3246120"/>
            <a:ext cx="1737360" cy="1737360"/>
          </a:xfrm>
          <a:prstGeom prst="ellipse">
            <a:avLst/>
          </a:prstGeom>
          <a:solidFill>
            <a:srgbClr val="0F1B2D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247" y="3715207"/>
            <a:ext cx="799186" cy="7991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vs. Edge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thinking happen?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places to run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can live in very different places.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data center with huge power.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needs internet, adds delay for the round-trip, and your data leaves the device.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(on-device)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right on the phone, camera, or robot.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private, works offline — but limited by the device's small brain.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robots need the 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reasons the thinking happens on-device.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74777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9397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38528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round-trip to a server — decide in milliseconds.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7648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47688" y="274777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9397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6096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26096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feed never leaves the device.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85089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" y="50429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38528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38528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 needed on the workshop floor.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7648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47688" y="485089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50429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6096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26096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per-request cloud bill.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comes in many sizes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wildly different horsepower.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99032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32278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56077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3515258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74210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234" y="32278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6698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4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931256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6390437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49389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413" y="32278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1877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5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81877" y="2331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arm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806434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9265615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0024567" y="3035808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591" y="322783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57055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357055" y="2331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car's Jetson can do real-time video; the Pi does a few frames per second. Same code, different muscle.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is already in your pocket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on-device AI dozens of times a day without noticing.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74777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9397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unlock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38528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recognizes you on-device in a blink — the scan never uploads.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7648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47688" y="274777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9397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6096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Autocorrect &amp; predictions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26096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keyboard guesses your next word locally as you type.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85089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" y="50429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38528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captions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38528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runs on the phone, even in airplane mode.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7648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47688" y="485089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50429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6096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night mode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26096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merges frames to brighten photos before you even see them.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far beyond your pocket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models are showing up everywhere.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 irregular heartbeat on the wrist and alert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Earbuds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noise in real time — no phone required.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&amp; robots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road or the workbench and react in milliseconds.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still wins sometimes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isn't always the answer — pick the right tool.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is better when…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You're training a model (needs huge GPUs).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model is enormous (billions of parameters).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need the very highest accuracy and can wait.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is better when…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need an answer instantly.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must stay private.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There's no reliable internet.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and cost are tight.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model actually runs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peek under the hood — general AI knowledge.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is just a lot of multiply–add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magic — a neural net is stacked arithmetic.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7680960" cy="2926080"/>
          </a:xfrm>
          <a:prstGeom prst="roundRect">
            <a:avLst>
              <a:gd name="adj" fmla="val 3438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7040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turns an image into a pile of numbers, then multiplies and adds them millions of times through its layers.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 the model" (inference) = doing all that arithmetic once. A bigger model = more multiply-adds = more work for the chip.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281160" y="3246120"/>
            <a:ext cx="1737360" cy="17373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247" y="3715207"/>
            <a:ext cx="799186" cy="7991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vs. inference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jobs with different costs.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weights by looking at tons of examples. Done once, extremely expensive — this is the cloud/GPU part of the week.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finished weights on a new image. Done constantly, must be cheap and fast — this is the edge part, on Friday.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that make AI fast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silicon, all doing multiply-adds — just at different scales.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74777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9397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38528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all-rounder in every computer. Flexible, but slow at massive parallel math.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7648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47688" y="274777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9397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6096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26096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tiny cores doing math in parallel — what trained your model.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85089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50429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38528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38528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'neural' chip built only for AI math — in phones and the car's Jetson.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7648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47688" y="485089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50429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6096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TPU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26096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AI-only chip for data centers — inference at huge scale.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compute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you'll hear a lot.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55368" y="2651760"/>
            <a:ext cx="3566160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55368" y="3154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83968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operations per second — raw math speed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70168" y="2651760"/>
            <a:ext cx="3566160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70168" y="3154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98768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trillions of operations per second — how AI chips are rated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chip does a few TOPS; a data-center GPU does thousands. Same math, very different scale.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Size Problem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must shrink to fit.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 is dramatically weaker than the training server.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55368" y="2651760"/>
            <a:ext cx="3566160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55368" y="3154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83968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than the GPU server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70168" y="2651760"/>
            <a:ext cx="3566160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70168" y="3154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98768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phone-level power, not a wall of GPUs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that's snappy on the server can be unusably slow — or simply too big — on the Pi unless we shrink 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what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you'll track all day.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megabytes is the model file?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 (FPS) on the device.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correct after shrinking?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a few FPS is plenty for pick-and-place — you detect once, then move. Don't chase 10+ FPS.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max all three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one and another gives — the edge-AI trade-off.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3904" y="2377440"/>
            <a:ext cx="4572000" cy="2926080"/>
          </a:xfrm>
          <a:prstGeom prst="triangle">
            <a:avLst/>
          </a:prstGeom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84064" y="3703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41264" y="1691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41264" y="1691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23744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23744" y="5120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84464" y="51206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84464" y="5120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vs. throughput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'speed' questions — don't confuse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for ONE answer?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arm this is what matters — grab decisions must be quick. Measured in milliseconds.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answers per SECOND?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for streaming video or big batches. Measured in FPS or items/sec.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honestly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only mean something if you measure them right.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 first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run is always slow. Do a throwaway run, then start timing.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many runs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measurement is noise. Time 50 runs and average them.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the typical AND worst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that's usually fast but sometimes stalls can still fail a robot.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7086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CHECKPOINT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600200" y="868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measure your baseline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618488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thursday_optimize.ipynb — Sections 1–4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notebook: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your Wednesday recognizer and class names.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it cleanly to recognizer.onnx.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export matches PyTorch (parity check).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FP32 baseline: size, speed, accuracy.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0F1B2D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294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turn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27889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1  verify the export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max_diff = ____   # largest gap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2  size in MB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____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3  turn seconds -&gt; ms &amp; FPS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avg_ms = ____ ; fps = ____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5  count correct preds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+= ____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&amp; ONNX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 travels from training to the device.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 model onto a device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it to a portable format, then run it with a fast engine.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310896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10512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32278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94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PyTorch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80612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541368" y="2834640"/>
            <a:ext cx="3108960" cy="1554480"/>
          </a:xfrm>
          <a:prstGeom prst="roundRect">
            <a:avLst>
              <a:gd name="adj" fmla="val 647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824" y="322783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2808" y="3794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ONNX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881899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4" name="Shape 10"/>
          <p:cNvSpPr/>
          <p:nvPr/>
        </p:nvSpPr>
        <p:spPr>
          <a:xfrm>
            <a:off x="8442655" y="2834640"/>
            <a:ext cx="310896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13087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5111" y="322783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34095" y="3794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runtime on device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in one framework, save as ONNX, run it with a fast engine on whatever hardware you have.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ONNX actually 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general, portable format — not an edge-only thing.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universal format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in PyTorch or TensorFlow, save as ONNX, run almost anywhere.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AND edge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browsers, phones, and tiny devices all run ONNX.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helps us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once; the same file drops onto the Pi or the car — no rewriting.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file, many runtimes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ONNX model, each device with its own fast engine.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6638544" y="4069080"/>
            <a:ext cx="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6638544" y="4069080"/>
            <a:ext cx="3145536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>
            <a:off x="6638544" y="4069080"/>
            <a:ext cx="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38544" y="4069080"/>
            <a:ext cx="3145536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0160" y="2331720"/>
            <a:ext cx="2240280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24963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862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ONNX Runtime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0" y="2331720"/>
            <a:ext cx="2240280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0" y="24963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/ car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0" y="2862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4480560"/>
            <a:ext cx="2240280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0160" y="4645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50109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 Web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0" y="4480560"/>
            <a:ext cx="2240280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0" y="4645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50109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ML / NNAPI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9824" y="3429000"/>
            <a:ext cx="1280160" cy="12801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9824" y="34290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 an ONNX 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 black box — it's a graph of operations.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828800" cy="1188720"/>
          </a:xfrm>
          <a:prstGeom prst="roundRect">
            <a:avLst>
              <a:gd name="adj" fmla="val 8462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182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584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224×224×3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33790" y="3154680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27884" y="2926080"/>
            <a:ext cx="2194560" cy="1188720"/>
          </a:xfrm>
          <a:prstGeom prst="roundRect">
            <a:avLst>
              <a:gd name="adj" fmla="val 8462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27884" y="31821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relu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27884" y="3584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layers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87354" y="3154680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81448" y="2926080"/>
            <a:ext cx="2194560" cy="1188720"/>
          </a:xfrm>
          <a:prstGeom prst="roundRect">
            <a:avLst>
              <a:gd name="adj" fmla="val 8462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81448" y="31821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relu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1448" y="3584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(×many)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40917" y="3154680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635011" y="2926080"/>
            <a:ext cx="1828800" cy="1188720"/>
          </a:xfrm>
          <a:prstGeom prst="roundRect">
            <a:avLst>
              <a:gd name="adj" fmla="val 8462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011" y="3182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35011" y="3584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head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28721" y="3154680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722815" y="2926080"/>
            <a:ext cx="1828800" cy="1188720"/>
          </a:xfrm>
          <a:prstGeom prst="roundRect">
            <a:avLst>
              <a:gd name="adj" fmla="val 8462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22815" y="3182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22815" y="3584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per class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stores the recipe (the layers, in order) plus the learned weights — enough for any runtime to rebuild and run your model.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format zoo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is the common bridge, but it has cousins.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74777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9397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38528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interchange format — our choice this week.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7648" y="224028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47688" y="274777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9397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6096" y="249631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TFLite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26096" y="295351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lightweight format for phones and microcontrollers.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850892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50429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38528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38528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format, tuned for the iPhone's Neural Engine.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7648" y="4343400"/>
            <a:ext cx="5230368" cy="1783080"/>
          </a:xfrm>
          <a:prstGeom prst="roundRect">
            <a:avLst>
              <a:gd name="adj" fmla="val 564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47688" y="4850892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50429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6096" y="4599432"/>
            <a:ext cx="3675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GGUF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26096" y="5056632"/>
            <a:ext cx="37216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behind small chat LLMs running on laptops.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check your export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export can silently break — so verify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can subtly change a model (wrong shapes, dropped layers). It won't crash — it just gives wrong answers on Friday.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image through PyTorch and ONNX and compare the outputs. If they match, you're safe. You'll do this in the lab (TODO 1).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Shrinking Tricks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size and speed wins.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make a model fit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precision, and architecture.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format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 and a fast device runtime.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8-bit numbers instead of 32-bit.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is tiny by design — why we chose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did #3 by picking MobileNet + a classifier. Today focuses on #1 and #2.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Quantization: use smaller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weight with less precision — still good enough.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7680960" cy="2926080"/>
          </a:xfrm>
          <a:prstGeom prst="roundRect">
            <a:avLst>
              <a:gd name="adj" fmla="val 3438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7040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 (3.14159265)   →   INT8  (≈ 3.14)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floating point becomes 8-bit integers. Like rounding to 2 decimals: much smaller to store, and integer math is faster — with barely any loss for a task like ours.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281160" y="3246120"/>
            <a:ext cx="1737360" cy="173736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247" y="3715207"/>
            <a:ext cx="799186" cy="7991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hood: 32 bits → 8 bits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is stored in a box of bits. Shrink the box.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496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51760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35224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18688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02152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85616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69080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52544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36008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19472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02936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0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69864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36792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0256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87184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70648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54112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37576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21040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604504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87968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71432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454896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738360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021824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305288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588752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872216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155680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439144" y="2514600"/>
            <a:ext cx="25603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51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 per number — high precision, big file, slower math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39593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651760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935224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18688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502152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785616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069080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352544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36008" y="3977640"/>
            <a:ext cx="25603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517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per number — 4× smaller, integer math is faster on a Pi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bits per weight means the whole file gets ~4× smaller — and 8-bit integer math runs faster on simple chips like the Pi.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quantization buys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and faster, for almost free.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46120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0" y="2194560"/>
            <a:ext cx="3246120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377440"/>
          <a:ext cx="2971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251960" y="2377440"/>
          <a:ext cx="2971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772400" y="2697480"/>
            <a:ext cx="3749040" cy="2103120"/>
          </a:xfrm>
          <a:prstGeom prst="roundRect">
            <a:avLst>
              <a:gd name="adj" fmla="val 4783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138160" y="3429000"/>
            <a:ext cx="685800" cy="6858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610" y="360045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068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900684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within ~1% of the original.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numbers — you measure your own model in the lab.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flavors of quantization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easy; one is a bit more accurate.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code, no data needed. Great default — this is what you'll do in the lab today.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(calibration)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a few real images to calibrate the number ranges. More work, usually a little more accurate. (A challenge in the notebook.)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quantization hurts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usually free — but not always.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or layers are sensitive. Squeeze too hard and accuracy can quietly drop — especially on tricky classes.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 — re-measure accuracy after shrinking. If it fell too far, use static quantization or keep FP32 for that part.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quantization: pruning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way to shrink — cut the deadweight.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many weights are nearly zero — they barely matter. Pruning deletes them, making the model smaller and sparser.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too much and accuracy drops. Often paired with a little re-training to recover. (General technique — not required this week.)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quantization: distillation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 small model to imitate a big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→ student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big, accurate 'teacher' model trains a small 'student' to copy its answers. The student ends up far smaller but nearly as smart.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everywhere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many phone-sized models — and small chat LLMs — get made. A big idea behind 'small but capable' AI.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by design beats shrinking later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choices we already made pay off now.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 backbone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phones and edge — small and fast from the start, before any shrinking.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classifier, not a detector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one cropped object is far lighter than scanning a whole scene for boxes.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7086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CHECKPOINT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600200" y="868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 &amp; benchmark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618488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thursday_optimize.ipynb — Sections 5–7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notebook: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your ONNX model to INT8 (one line).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size, speed, and accuracy.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FP32-vs-INT8 comparison table.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the Track B deliverable.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0F1B2D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294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turn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27889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4  quantize to INT8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quantize_dynamic(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____, ____,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weight_type=____ 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6  fill the INT8 row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("INT8", ____, ____, ____)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how many x smaller?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how many x faster?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accuracy cost?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 everywhere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vision — language is shrinking too.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Small Language Model?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as ChatGPT — just small enough to carry.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model, shrunk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kind of AI as ChatGPT — it reads and writes text — but small enough to run on a laptop or phone. Millions to a few billion 'parameters', not hundreds of billions.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have met one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Phi, Gemma, and small Llama or Qwen are SLMs. Some run fully offline, right on a phone.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SLMs get small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tricks from this morning — applied to language.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bits per weight — even down to 4 bits for language models.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'teacher' model trains a small 'student' to imitate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by design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architectures built to be light from the start.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Quantize, distill, design small — the same three ideas you used on your vision model.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SLMs unlock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anyone wants a smaller, weaker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helpful assistant that works offline, keeps your messages private, and costs nothing per question — right on your device.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 know less and slip up more than the giant cloud ones. The same size-vs-capability trade-off you saw with vision.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bill of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isn't just convenient — it's greener and cheaper.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55368" y="2651760"/>
            <a:ext cx="3566160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55368" y="3154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83968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energy per answer on-device vs. a big cloud model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70168" y="2651760"/>
            <a:ext cx="3566160" cy="237744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70168" y="3154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battery life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98768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models are why your phone's AI doesn't drain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multiply-add costs energy. Fewer bits and smaller models mean less power — critical on batteries and at scale.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staying on-device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data goes is a design choice.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leaves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runs on the device, your photos, voice, and face never travel to a server. Privacy comes from the architecture, not a promise.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even improve from many phones WITHOUT collecting anyone's raw data — each device learns locally and shares only tiny updates.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edge AI still fails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fast doesn't mean flawless.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in, bias out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training photos are narrow, the model is confidently wrong on anything new.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shift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lighting, angles, or objects it never saw can break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silently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returns an answer — even a wrong one. That's why we use a confidence threshold.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is all going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keeps getting smaller.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TinyML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chips the size of a coin cell, running on a sip of power — always-on sensors that listen for a keyword or spot a defect.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assistants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 the AI you use is moving off the cloud and onto your devices — faster, private, and offline by default.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objects with YOLO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way for machines to see.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vs. detection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questions a vision model can answer.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(what you built)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ONE already-cropped object, name it. That's your recognizer — one image in, one label out.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WHOLE scene, find every object AND draw a box around each — locating and labeling many things at once.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YOLO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famous real-time object detector.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at the whole image once — that's the 'You Only Look Once'. Fast by design.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+ labels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object it finds, it outputs a box, a label, and a confidence.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live video on good hardware — a few FPS even on a Pi.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YOLO works (the gist)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look, many guesses, keep the confident ones.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99032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056" y="32278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image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56077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3515258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74210" y="3035808"/>
            <a:ext cx="768096" cy="768096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234" y="322783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6698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of guesses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06698" y="2331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what? where?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31256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6390437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49389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413" y="32278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1877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confident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806434" y="3200400"/>
            <a:ext cx="3291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sp>
        <p:nvSpPr>
          <p:cNvPr id="20" name="Shape 15"/>
          <p:cNvSpPr/>
          <p:nvPr/>
        </p:nvSpPr>
        <p:spPr>
          <a:xfrm>
            <a:off x="9265615" y="2834640"/>
            <a:ext cx="2286000" cy="1554480"/>
          </a:xfrm>
          <a:prstGeom prst="roundRect">
            <a:avLst>
              <a:gd name="adj" fmla="val 6471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0024567" y="3035808"/>
            <a:ext cx="768096" cy="768096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591" y="322783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57055" y="3794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+ labels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the image into a grid, guesses boxes everywhere at once, then keeps the confident ones and merges overlaps.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on the 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plays by the same rules you learned today.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comes in sizes too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'nano' model (yolov8n) is tiny — a few FPS on a Pi. Bigger versions need a Jetson for real-time video.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tricks apply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export YOLO to ONNX and quantize it — exactly what you did to your recognizer this morning.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arm: two models, two jobs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and your classifier are teammates, not rivals.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6974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= WHERE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(COCO) detector finds the object and boxes it — it doesn't care what it is. The box gives the crop and the spot to grab.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286000"/>
            <a:ext cx="5230368" cy="3291840"/>
          </a:xfrm>
          <a:prstGeom prst="roundRect">
            <a:avLst>
              <a:gd name="adj" fmla="val 3056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9128" y="26974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36408" y="2788920"/>
            <a:ext cx="34930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classifier = WHAT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84848" y="3886200"/>
            <a:ext cx="4315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names the crop and gates the grab: pick it up only if the label matches your target, with enough confidence and margin.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7086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CHECKPOINT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600200" y="868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YOLO yourself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618488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thursday_yolo.ipynb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notebook: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pretrained YOLO (the tiny 'nano' model).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a photo and see the boxes it draws.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objects and filter them by confidence.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what YOLO does to your own classifier.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0F1B2D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294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turn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27889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1  load the nano model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YOLO('____')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2  run it on an image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model('____')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 3  how many objects?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len(results[0].____)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results[0].plot()  -&gt; see boxes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1445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arm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deploys to the robot — set up for Friday.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builds the vision-guided arm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 for the whole group tomorrow.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ONNX model + labels.txt onto the arm's Raspberry Pi.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finds and crops the object; your model names the crop.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picks up whichever object matches the target you name.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for everyone: your model, driving a real robot. Friday is building, not deciding.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“export-ready” means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these done before you leave today.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71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saved ONNX model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and verified from your recognizer.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74320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971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quantized version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and faster — benchmarked on CPU as a Pi stand-in (real Pi numbers Friday).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2743200"/>
          </a:xfrm>
          <a:prstGeom prst="roundRect">
            <a:avLst>
              <a:gd name="adj" fmla="val 3667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72600" y="274320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labels.txt file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 names, one per line, in order — the arm reads it to turn a prediction into a name.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7086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CHECKPOINT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600200" y="868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Export-ready for Friday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618488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thursday_optimize.ipynb — Sections 8–10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notebook: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Reflect: which model would you deploy to the arm, and why?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export-ready checklist cell.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your class order for Friday.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both ONNX files are saved.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0F1B2D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294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turn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278892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your files exist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recognizer.onnx        ✅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recognizer_int8.onnx   ✅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class order (write it down):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['banana','mug','none','stapler']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you are ready for the arm.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your cheat-sheet (1 of 2) — edge &amp; deployment.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7568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44144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the device itself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2544" y="1965960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81144" y="207568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81144" y="244144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 remote server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965960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93608" y="207568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93608" y="244144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before you get one answer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15468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answers per second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52544" y="3044952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1144" y="315468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81144" y="35204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trained model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65008" y="3044952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93608" y="315468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3608" y="35204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model format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4233672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459943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runs a model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4123944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81144" y="4233672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81144" y="459943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ONNX on Pi &amp; more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65008" y="4123944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93608" y="4233672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TensorRT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93608" y="459943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NVIDIA's fast engine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202936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531266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8680" y="56784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bits per number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52544" y="5202936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81144" y="531266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/ INT8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81144" y="56784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float / 8-bit int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65008" y="5202936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93608" y="531266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293608" y="56784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processed per second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key terms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your cheat-sheet (2 of 2) — chips, small models &amp; vision.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7568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44144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processor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52544" y="1965960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81144" y="207568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81144" y="244144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chip; trained your model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965960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93608" y="2075688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/ TPU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93608" y="2441448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AI-only accelerator chips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15468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FLOPS / TOPS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measure compute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52544" y="3044952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81144" y="315468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81144" y="35204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fast vision model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65008" y="3044952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93608" y="315468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3608" y="35204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teacher trains small student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4233672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459943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near-zero weights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4123944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81144" y="4233672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81144" y="459943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language model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65008" y="4123944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93608" y="4233672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93608" y="459943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202936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531266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8680" y="56784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object detector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52544" y="5202936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F1F5F9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81144" y="531266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81144" y="56784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locate many objects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65008" y="5202936"/>
            <a:ext cx="3493008" cy="896112"/>
          </a:xfrm>
          <a:prstGeom prst="roundRect">
            <a:avLst>
              <a:gd name="adj" fmla="val 11224"/>
            </a:avLst>
          </a:prstGeom>
          <a:solidFill>
            <a:srgbClr val="ECFEFF"/>
          </a:solidFill>
          <a:ln/>
          <a:effectLst>
            <a:outerShdw blurRad="152400" dist="38100" dir="5400000" algn="bl" rotWithShape="0">
              <a:srgbClr val="64748B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93608" y="5312664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293608" y="56784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around a detection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 · EDGE AI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02975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828800"/>
            <a:ext cx="1097280" cy="1097280"/>
          </a:xfrm>
          <a:prstGeom prst="ellipse">
            <a:avLst/>
          </a:prstGeom>
          <a:solidFill>
            <a:srgbClr val="0891B2"/>
          </a:solidFill>
          <a:ln/>
          <a:effectLst>
            <a:outerShdw blurRad="114300" dist="25400" dir="5400000" algn="bl" rotWithShape="0">
              <a:srgbClr val="94A3B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031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it all comes together.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your model, on a real robot.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5249</Words>
  <Application>Microsoft Macintosh PowerPoint</Application>
  <PresentationFormat>Widescreen</PresentationFormat>
  <Paragraphs>760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 Sheng</cp:lastModifiedBy>
  <cp:revision>2</cp:revision>
  <dcterms:created xsi:type="dcterms:W3CDTF">2026-08-06T18:03:35Z</dcterms:created>
  <dcterms:modified xsi:type="dcterms:W3CDTF">2026-08-06T20:23:28Z</dcterms:modified>
</cp:coreProperties>
</file>